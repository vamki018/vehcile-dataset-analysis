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80" r:id="rId4"/>
    <p:sldId id="277" r:id="rId5"/>
    <p:sldId id="278" r:id="rId6"/>
    <p:sldId id="279" r:id="rId7"/>
    <p:sldId id="264" r:id="rId8"/>
    <p:sldId id="261" r:id="rId9"/>
    <p:sldId id="262" r:id="rId10"/>
    <p:sldId id="263" r:id="rId11"/>
    <p:sldId id="265" r:id="rId12"/>
    <p:sldId id="266" r:id="rId13"/>
    <p:sldId id="267" r:id="rId14"/>
    <p:sldId id="269" r:id="rId15"/>
    <p:sldId id="271" r:id="rId16"/>
    <p:sldId id="282" r:id="rId17"/>
    <p:sldId id="272" r:id="rId18"/>
    <p:sldId id="283" r:id="rId19"/>
    <p:sldId id="281" r:id="rId20"/>
    <p:sldId id="275" r:id="rId21"/>
    <p:sldId id="268" r:id="rId22"/>
    <p:sldId id="259" r:id="rId23"/>
  </p:sldIdLst>
  <p:sldSz cx="12192000" cy="6858000"/>
  <p:notesSz cx="6858000" cy="9144000"/>
  <p:embeddedFontLst>
    <p:embeddedFont>
      <p:font typeface="Libre Baskerville" panose="02000000000000000000" pitchFamily="2" charset="0"/>
      <p:regular r:id="rId25"/>
      <p:bold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625DD5-232F-49C5-BD15-06E0175AC463}" v="42" dt="2026-01-10T04:36:22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mshi krishna Mummadi" userId="4096c79c95982709" providerId="LiveId" clId="{64C9E299-EB74-47FB-81C7-A778C596751D}"/>
    <pc:docChg chg="undo custSel addSld delSld modSld">
      <pc:chgData name="Vamshi krishna Mummadi" userId="4096c79c95982709" providerId="LiveId" clId="{64C9E299-EB74-47FB-81C7-A778C596751D}" dt="2026-01-10T04:48:58.409" v="798" actId="2696"/>
      <pc:docMkLst>
        <pc:docMk/>
      </pc:docMkLst>
      <pc:sldChg chg="addSp modSp mod">
        <pc:chgData name="Vamshi krishna Mummadi" userId="4096c79c95982709" providerId="LiveId" clId="{64C9E299-EB74-47FB-81C7-A778C596751D}" dt="2026-01-10T03:55:37.864" v="716" actId="14100"/>
        <pc:sldMkLst>
          <pc:docMk/>
          <pc:sldMk cId="0" sldId="256"/>
        </pc:sldMkLst>
        <pc:spChg chg="add mod">
          <ac:chgData name="Vamshi krishna Mummadi" userId="4096c79c95982709" providerId="LiveId" clId="{64C9E299-EB74-47FB-81C7-A778C596751D}" dt="2026-01-10T03:54:34.964" v="641" actId="1076"/>
          <ac:spMkLst>
            <pc:docMk/>
            <pc:sldMk cId="0" sldId="256"/>
            <ac:spMk id="2" creationId="{DC429F27-5481-54BD-6B00-8B7DB812CB36}"/>
          </ac:spMkLst>
        </pc:spChg>
        <pc:spChg chg="add mod">
          <ac:chgData name="Vamshi krishna Mummadi" userId="4096c79c95982709" providerId="LiveId" clId="{64C9E299-EB74-47FB-81C7-A778C596751D}" dt="2026-01-10T03:55:37.864" v="716" actId="14100"/>
          <ac:spMkLst>
            <pc:docMk/>
            <pc:sldMk cId="0" sldId="256"/>
            <ac:spMk id="3" creationId="{82CDA53D-4309-AB10-3CCE-2B88032FF206}"/>
          </ac:spMkLst>
        </pc:spChg>
        <pc:spChg chg="mod">
          <ac:chgData name="Vamshi krishna Mummadi" userId="4096c79c95982709" providerId="LiveId" clId="{64C9E299-EB74-47FB-81C7-A778C596751D}" dt="2026-01-10T03:54:42.492" v="642" actId="1076"/>
          <ac:spMkLst>
            <pc:docMk/>
            <pc:sldMk cId="0" sldId="256"/>
            <ac:spMk id="99" creationId="{00000000-0000-0000-0000-000000000000}"/>
          </ac:spMkLst>
        </pc:spChg>
      </pc:sldChg>
      <pc:sldChg chg="modSp mod">
        <pc:chgData name="Vamshi krishna Mummadi" userId="4096c79c95982709" providerId="LiveId" clId="{64C9E299-EB74-47FB-81C7-A778C596751D}" dt="2026-01-10T04:48:53.823" v="797" actId="20577"/>
        <pc:sldMkLst>
          <pc:docMk/>
          <pc:sldMk cId="0" sldId="258"/>
        </pc:sldMkLst>
        <pc:spChg chg="mod">
          <ac:chgData name="Vamshi krishna Mummadi" userId="4096c79c95982709" providerId="LiveId" clId="{64C9E299-EB74-47FB-81C7-A778C596751D}" dt="2026-01-10T04:48:53.823" v="797" actId="20577"/>
          <ac:spMkLst>
            <pc:docMk/>
            <pc:sldMk cId="0" sldId="258"/>
            <ac:spMk id="2" creationId="{DA6A1808-26AD-CA4A-0B07-6E6AD5CCE138}"/>
          </ac:spMkLst>
        </pc:spChg>
        <pc:spChg chg="mod">
          <ac:chgData name="Vamshi krishna Mummadi" userId="4096c79c95982709" providerId="LiveId" clId="{64C9E299-EB74-47FB-81C7-A778C596751D}" dt="2026-01-09T10:58:08.611" v="241" actId="20577"/>
          <ac:spMkLst>
            <pc:docMk/>
            <pc:sldMk cId="0" sldId="258"/>
            <ac:spMk id="111" creationId="{00000000-0000-0000-0000-000000000000}"/>
          </ac:spMkLst>
        </pc:spChg>
      </pc:sldChg>
      <pc:sldChg chg="modSp del mod">
        <pc:chgData name="Vamshi krishna Mummadi" userId="4096c79c95982709" providerId="LiveId" clId="{64C9E299-EB74-47FB-81C7-A778C596751D}" dt="2026-01-10T04:48:58.409" v="798" actId="2696"/>
        <pc:sldMkLst>
          <pc:docMk/>
          <pc:sldMk cId="4071626422" sldId="260"/>
        </pc:sldMkLst>
        <pc:spChg chg="mod">
          <ac:chgData name="Vamshi krishna Mummadi" userId="4096c79c95982709" providerId="LiveId" clId="{64C9E299-EB74-47FB-81C7-A778C596751D}" dt="2026-01-10T04:44:56.008" v="796" actId="113"/>
          <ac:spMkLst>
            <pc:docMk/>
            <pc:sldMk cId="4071626422" sldId="260"/>
            <ac:spMk id="111" creationId="{AE7E70E1-3AA9-C5E9-275D-FA4A123EF9B5}"/>
          </ac:spMkLst>
        </pc:spChg>
      </pc:sldChg>
      <pc:sldChg chg="addSp modSp mod">
        <pc:chgData name="Vamshi krishna Mummadi" userId="4096c79c95982709" providerId="LiveId" clId="{64C9E299-EB74-47FB-81C7-A778C596751D}" dt="2026-01-10T04:36:27.002" v="794" actId="113"/>
        <pc:sldMkLst>
          <pc:docMk/>
          <pc:sldMk cId="1044897167" sldId="268"/>
        </pc:sldMkLst>
        <pc:spChg chg="add">
          <ac:chgData name="Vamshi krishna Mummadi" userId="4096c79c95982709" providerId="LiveId" clId="{64C9E299-EB74-47FB-81C7-A778C596751D}" dt="2026-01-10T04:35:35.267" v="787"/>
          <ac:spMkLst>
            <pc:docMk/>
            <pc:sldMk cId="1044897167" sldId="268"/>
            <ac:spMk id="2" creationId="{FFAE951A-84B3-9FB7-7BBB-4F0E5B10CC0F}"/>
          </ac:spMkLst>
        </pc:spChg>
        <pc:spChg chg="add">
          <ac:chgData name="Vamshi krishna Mummadi" userId="4096c79c95982709" providerId="LiveId" clId="{64C9E299-EB74-47FB-81C7-A778C596751D}" dt="2026-01-10T04:35:44.210" v="789"/>
          <ac:spMkLst>
            <pc:docMk/>
            <pc:sldMk cId="1044897167" sldId="268"/>
            <ac:spMk id="3" creationId="{666058D3-1565-7BCE-33C3-E97C22F66F2C}"/>
          </ac:spMkLst>
        </pc:spChg>
        <pc:spChg chg="add">
          <ac:chgData name="Vamshi krishna Mummadi" userId="4096c79c95982709" providerId="LiveId" clId="{64C9E299-EB74-47FB-81C7-A778C596751D}" dt="2026-01-10T04:36:00.468" v="792"/>
          <ac:spMkLst>
            <pc:docMk/>
            <pc:sldMk cId="1044897167" sldId="268"/>
            <ac:spMk id="4" creationId="{D4C4C66B-EBD5-819F-AC2A-A7629CA7CF48}"/>
          </ac:spMkLst>
        </pc:spChg>
        <pc:spChg chg="mod">
          <ac:chgData name="Vamshi krishna Mummadi" userId="4096c79c95982709" providerId="LiveId" clId="{64C9E299-EB74-47FB-81C7-A778C596751D}" dt="2026-01-10T04:36:27.002" v="794" actId="113"/>
          <ac:spMkLst>
            <pc:docMk/>
            <pc:sldMk cId="1044897167" sldId="268"/>
            <ac:spMk id="111" creationId="{74C557E1-C727-E727-E865-3BBCC6E05791}"/>
          </ac:spMkLst>
        </pc:spChg>
      </pc:sldChg>
      <pc:sldChg chg="addSp modSp mod">
        <pc:chgData name="Vamshi krishna Mummadi" userId="4096c79c95982709" providerId="LiveId" clId="{64C9E299-EB74-47FB-81C7-A778C596751D}" dt="2026-01-09T11:02:20.298" v="244" actId="1076"/>
        <pc:sldMkLst>
          <pc:docMk/>
          <pc:sldMk cId="91005701" sldId="269"/>
        </pc:sldMkLst>
        <pc:spChg chg="add mod">
          <ac:chgData name="Vamshi krishna Mummadi" userId="4096c79c95982709" providerId="LiveId" clId="{64C9E299-EB74-47FB-81C7-A778C596751D}" dt="2026-01-09T11:01:02.474" v="243" actId="20577"/>
          <ac:spMkLst>
            <pc:docMk/>
            <pc:sldMk cId="91005701" sldId="269"/>
            <ac:spMk id="4" creationId="{7A9F006E-2009-0E17-3B14-57642FF6B369}"/>
          </ac:spMkLst>
        </pc:spChg>
        <pc:spChg chg="mod">
          <ac:chgData name="Vamshi krishna Mummadi" userId="4096c79c95982709" providerId="LiveId" clId="{64C9E299-EB74-47FB-81C7-A778C596751D}" dt="2026-01-09T11:02:20.298" v="244" actId="1076"/>
          <ac:spMkLst>
            <pc:docMk/>
            <pc:sldMk cId="91005701" sldId="269"/>
            <ac:spMk id="111" creationId="{014468D8-5AF2-2E36-CE32-C93E7FBBC5F0}"/>
          </ac:spMkLst>
        </pc:spChg>
        <pc:picChg chg="add mod">
          <ac:chgData name="Vamshi krishna Mummadi" userId="4096c79c95982709" providerId="LiveId" clId="{64C9E299-EB74-47FB-81C7-A778C596751D}" dt="2026-01-09T05:13:54.586" v="42" actId="14100"/>
          <ac:picMkLst>
            <pc:docMk/>
            <pc:sldMk cId="91005701" sldId="269"/>
            <ac:picMk id="2" creationId="{DB8173A1-0CE7-A371-2D49-531F4D7DA0FB}"/>
          </ac:picMkLst>
        </pc:picChg>
        <pc:picChg chg="mod">
          <ac:chgData name="Vamshi krishna Mummadi" userId="4096c79c95982709" providerId="LiveId" clId="{64C9E299-EB74-47FB-81C7-A778C596751D}" dt="2026-01-09T05:14:00.592" v="44" actId="1076"/>
          <ac:picMkLst>
            <pc:docMk/>
            <pc:sldMk cId="91005701" sldId="269"/>
            <ac:picMk id="3" creationId="{FF69B047-5F31-FD9A-EF09-65A475AF987A}"/>
          </ac:picMkLst>
        </pc:picChg>
      </pc:sldChg>
      <pc:sldChg chg="del">
        <pc:chgData name="Vamshi krishna Mummadi" userId="4096c79c95982709" providerId="LiveId" clId="{64C9E299-EB74-47FB-81C7-A778C596751D}" dt="2026-01-09T05:16:16.678" v="65" actId="2696"/>
        <pc:sldMkLst>
          <pc:docMk/>
          <pc:sldMk cId="1184408120" sldId="270"/>
        </pc:sldMkLst>
      </pc:sldChg>
      <pc:sldChg chg="addSp delSp modSp mod">
        <pc:chgData name="Vamshi krishna Mummadi" userId="4096c79c95982709" providerId="LiveId" clId="{64C9E299-EB74-47FB-81C7-A778C596751D}" dt="2026-01-10T04:09:28.782" v="732" actId="20577"/>
        <pc:sldMkLst>
          <pc:docMk/>
          <pc:sldMk cId="746408380" sldId="271"/>
        </pc:sldMkLst>
        <pc:spChg chg="add del mod">
          <ac:chgData name="Vamshi krishna Mummadi" userId="4096c79c95982709" providerId="LiveId" clId="{64C9E299-EB74-47FB-81C7-A778C596751D}" dt="2026-01-10T01:56:17.174" v="266"/>
          <ac:spMkLst>
            <pc:docMk/>
            <pc:sldMk cId="746408380" sldId="271"/>
            <ac:spMk id="5" creationId="{5549E53C-426D-916F-A42B-812036E06B96}"/>
          </ac:spMkLst>
        </pc:spChg>
        <pc:spChg chg="add mod">
          <ac:chgData name="Vamshi krishna Mummadi" userId="4096c79c95982709" providerId="LiveId" clId="{64C9E299-EB74-47FB-81C7-A778C596751D}" dt="2026-01-10T04:09:20.735" v="727" actId="255"/>
          <ac:spMkLst>
            <pc:docMk/>
            <pc:sldMk cId="746408380" sldId="271"/>
            <ac:spMk id="6" creationId="{F8D892E2-C55A-D6E9-258F-14344076455A}"/>
          </ac:spMkLst>
        </pc:spChg>
        <pc:spChg chg="mod">
          <ac:chgData name="Vamshi krishna Mummadi" userId="4096c79c95982709" providerId="LiveId" clId="{64C9E299-EB74-47FB-81C7-A778C596751D}" dt="2026-01-10T04:09:28.782" v="732" actId="20577"/>
          <ac:spMkLst>
            <pc:docMk/>
            <pc:sldMk cId="746408380" sldId="271"/>
            <ac:spMk id="111" creationId="{773B7D1F-DF1C-80D7-6175-C66CE98FCAF1}"/>
          </ac:spMkLst>
        </pc:spChg>
        <pc:picChg chg="mod">
          <ac:chgData name="Vamshi krishna Mummadi" userId="4096c79c95982709" providerId="LiveId" clId="{64C9E299-EB74-47FB-81C7-A778C596751D}" dt="2026-01-10T01:53:13.927" v="254" actId="14100"/>
          <ac:picMkLst>
            <pc:docMk/>
            <pc:sldMk cId="746408380" sldId="271"/>
            <ac:picMk id="3" creationId="{2560EAF3-628F-EED5-03DD-EA561376BA54}"/>
          </ac:picMkLst>
        </pc:picChg>
        <pc:picChg chg="add mod">
          <ac:chgData name="Vamshi krishna Mummadi" userId="4096c79c95982709" providerId="LiveId" clId="{64C9E299-EB74-47FB-81C7-A778C596751D}" dt="2026-01-10T01:56:00.122" v="262" actId="1076"/>
          <ac:picMkLst>
            <pc:docMk/>
            <pc:sldMk cId="746408380" sldId="271"/>
            <ac:picMk id="4" creationId="{7E98E36E-E998-846D-1443-AE1EE1CA22AF}"/>
          </ac:picMkLst>
        </pc:picChg>
      </pc:sldChg>
      <pc:sldChg chg="addSp delSp modSp mod">
        <pc:chgData name="Vamshi krishna Mummadi" userId="4096c79c95982709" providerId="LiveId" clId="{64C9E299-EB74-47FB-81C7-A778C596751D}" dt="2026-01-10T02:08:07.393" v="590" actId="1076"/>
        <pc:sldMkLst>
          <pc:docMk/>
          <pc:sldMk cId="1627678243" sldId="272"/>
        </pc:sldMkLst>
        <pc:spChg chg="add mod">
          <ac:chgData name="Vamshi krishna Mummadi" userId="4096c79c95982709" providerId="LiveId" clId="{64C9E299-EB74-47FB-81C7-A778C596751D}" dt="2026-01-09T05:18:30.661" v="93" actId="1076"/>
          <ac:spMkLst>
            <pc:docMk/>
            <pc:sldMk cId="1627678243" sldId="272"/>
            <ac:spMk id="3" creationId="{A8201C55-572C-3A83-1654-D2CA6F4E710F}"/>
          </ac:spMkLst>
        </pc:spChg>
        <pc:spChg chg="mod">
          <ac:chgData name="Vamshi krishna Mummadi" userId="4096c79c95982709" providerId="LiveId" clId="{64C9E299-EB74-47FB-81C7-A778C596751D}" dt="2026-01-09T05:17:14.067" v="75" actId="1076"/>
          <ac:spMkLst>
            <pc:docMk/>
            <pc:sldMk cId="1627678243" sldId="272"/>
            <ac:spMk id="111" creationId="{E439B49E-F07F-F5AB-D77B-11364BB3E420}"/>
          </ac:spMkLst>
        </pc:spChg>
        <pc:picChg chg="add mod">
          <ac:chgData name="Vamshi krishna Mummadi" userId="4096c79c95982709" providerId="LiveId" clId="{64C9E299-EB74-47FB-81C7-A778C596751D}" dt="2026-01-09T05:18:26.467" v="92" actId="1076"/>
          <ac:picMkLst>
            <pc:docMk/>
            <pc:sldMk cId="1627678243" sldId="272"/>
            <ac:picMk id="2" creationId="{0CF05FF9-B03A-721A-AB81-D2869775130D}"/>
          </ac:picMkLst>
        </pc:picChg>
        <pc:picChg chg="del mod">
          <ac:chgData name="Vamshi krishna Mummadi" userId="4096c79c95982709" providerId="LiveId" clId="{64C9E299-EB74-47FB-81C7-A778C596751D}" dt="2026-01-10T02:07:41.671" v="587" actId="478"/>
          <ac:picMkLst>
            <pc:docMk/>
            <pc:sldMk cId="1627678243" sldId="272"/>
            <ac:picMk id="4" creationId="{D65C3FB8-1A5C-A906-0F8C-39B4412A3257}"/>
          </ac:picMkLst>
        </pc:picChg>
        <pc:picChg chg="add mod">
          <ac:chgData name="Vamshi krishna Mummadi" userId="4096c79c95982709" providerId="LiveId" clId="{64C9E299-EB74-47FB-81C7-A778C596751D}" dt="2026-01-10T02:08:07.393" v="590" actId="1076"/>
          <ac:picMkLst>
            <pc:docMk/>
            <pc:sldMk cId="1627678243" sldId="272"/>
            <ac:picMk id="6" creationId="{C22588A1-03BD-B8A1-34A1-1AEFB5FA6817}"/>
          </ac:picMkLst>
        </pc:picChg>
      </pc:sldChg>
      <pc:sldChg chg="del">
        <pc:chgData name="Vamshi krishna Mummadi" userId="4096c79c95982709" providerId="LiveId" clId="{64C9E299-EB74-47FB-81C7-A778C596751D}" dt="2026-01-09T05:18:36.186" v="94" actId="2696"/>
        <pc:sldMkLst>
          <pc:docMk/>
          <pc:sldMk cId="43666184" sldId="273"/>
        </pc:sldMkLst>
      </pc:sldChg>
      <pc:sldChg chg="del">
        <pc:chgData name="Vamshi krishna Mummadi" userId="4096c79c95982709" providerId="LiveId" clId="{64C9E299-EB74-47FB-81C7-A778C596751D}" dt="2026-01-09T05:18:50.530" v="95" actId="2696"/>
        <pc:sldMkLst>
          <pc:docMk/>
          <pc:sldMk cId="3683137377" sldId="274"/>
        </pc:sldMkLst>
      </pc:sldChg>
      <pc:sldChg chg="addSp delSp modSp mod">
        <pc:chgData name="Vamshi krishna Mummadi" userId="4096c79c95982709" providerId="LiveId" clId="{64C9E299-EB74-47FB-81C7-A778C596751D}" dt="2026-01-10T04:25:22.129" v="778" actId="20577"/>
        <pc:sldMkLst>
          <pc:docMk/>
          <pc:sldMk cId="340566169" sldId="275"/>
        </pc:sldMkLst>
        <pc:spChg chg="add mod">
          <ac:chgData name="Vamshi krishna Mummadi" userId="4096c79c95982709" providerId="LiveId" clId="{64C9E299-EB74-47FB-81C7-A778C596751D}" dt="2026-01-10T04:25:22.129" v="778" actId="20577"/>
          <ac:spMkLst>
            <pc:docMk/>
            <pc:sldMk cId="340566169" sldId="275"/>
            <ac:spMk id="2" creationId="{69C2B697-E257-9EF8-87BF-9BAF6185F29B}"/>
          </ac:spMkLst>
        </pc:spChg>
        <pc:spChg chg="add del mod">
          <ac:chgData name="Vamshi krishna Mummadi" userId="4096c79c95982709" providerId="LiveId" clId="{64C9E299-EB74-47FB-81C7-A778C596751D}" dt="2026-01-09T11:03:50.904" v="248" actId="478"/>
          <ac:spMkLst>
            <pc:docMk/>
            <pc:sldMk cId="340566169" sldId="275"/>
            <ac:spMk id="4" creationId="{9F2AF970-082A-E8AC-0426-2BDC01BBA334}"/>
          </ac:spMkLst>
        </pc:spChg>
        <pc:spChg chg="del mod">
          <ac:chgData name="Vamshi krishna Mummadi" userId="4096c79c95982709" providerId="LiveId" clId="{64C9E299-EB74-47FB-81C7-A778C596751D}" dt="2026-01-09T11:03:45.281" v="247" actId="478"/>
          <ac:spMkLst>
            <pc:docMk/>
            <pc:sldMk cId="340566169" sldId="275"/>
            <ac:spMk id="111" creationId="{846AD862-A0C4-E27F-64B4-8030601D276C}"/>
          </ac:spMkLst>
        </pc:spChg>
      </pc:sldChg>
      <pc:sldChg chg="modSp mod">
        <pc:chgData name="Vamshi krishna Mummadi" userId="4096c79c95982709" providerId="LiveId" clId="{64C9E299-EB74-47FB-81C7-A778C596751D}" dt="2026-01-10T04:44:34.295" v="795" actId="113"/>
        <pc:sldMkLst>
          <pc:docMk/>
          <pc:sldMk cId="2697264692" sldId="280"/>
        </pc:sldMkLst>
        <pc:spChg chg="mod">
          <ac:chgData name="Vamshi krishna Mummadi" userId="4096c79c95982709" providerId="LiveId" clId="{64C9E299-EB74-47FB-81C7-A778C596751D}" dt="2026-01-10T04:44:34.295" v="795" actId="113"/>
          <ac:spMkLst>
            <pc:docMk/>
            <pc:sldMk cId="2697264692" sldId="280"/>
            <ac:spMk id="111" creationId="{EF9ABBC8-5FB4-BC39-C002-9031CE14E8D4}"/>
          </ac:spMkLst>
        </pc:spChg>
      </pc:sldChg>
      <pc:sldChg chg="addSp delSp modSp add mod">
        <pc:chgData name="Vamshi krishna Mummadi" userId="4096c79c95982709" providerId="LiveId" clId="{64C9E299-EB74-47FB-81C7-A778C596751D}" dt="2026-01-10T04:20:53.535" v="759" actId="20577"/>
        <pc:sldMkLst>
          <pc:docMk/>
          <pc:sldMk cId="908673680" sldId="281"/>
        </pc:sldMkLst>
        <pc:spChg chg="del mod">
          <ac:chgData name="Vamshi krishna Mummadi" userId="4096c79c95982709" providerId="LiveId" clId="{64C9E299-EB74-47FB-81C7-A778C596751D}" dt="2026-01-09T05:30:27.602" v="114" actId="478"/>
          <ac:spMkLst>
            <pc:docMk/>
            <pc:sldMk cId="908673680" sldId="281"/>
            <ac:spMk id="3" creationId="{61AF571B-4452-4BD1-6CED-F0FF65A4454F}"/>
          </ac:spMkLst>
        </pc:spChg>
        <pc:spChg chg="mod">
          <ac:chgData name="Vamshi krishna Mummadi" userId="4096c79c95982709" providerId="LiveId" clId="{64C9E299-EB74-47FB-81C7-A778C596751D}" dt="2026-01-10T04:20:53.535" v="759" actId="20577"/>
          <ac:spMkLst>
            <pc:docMk/>
            <pc:sldMk cId="908673680" sldId="281"/>
            <ac:spMk id="111" creationId="{26382E1E-AD09-32F0-E835-C83522256684}"/>
          </ac:spMkLst>
        </pc:spChg>
        <pc:picChg chg="del">
          <ac:chgData name="Vamshi krishna Mummadi" userId="4096c79c95982709" providerId="LiveId" clId="{64C9E299-EB74-47FB-81C7-A778C596751D}" dt="2026-01-09T05:28:24.925" v="99" actId="478"/>
          <ac:picMkLst>
            <pc:docMk/>
            <pc:sldMk cId="908673680" sldId="281"/>
            <ac:picMk id="2" creationId="{984507A6-34C4-4680-8252-F26EC8A53187}"/>
          </ac:picMkLst>
        </pc:picChg>
        <pc:picChg chg="del">
          <ac:chgData name="Vamshi krishna Mummadi" userId="4096c79c95982709" providerId="LiveId" clId="{64C9E299-EB74-47FB-81C7-A778C596751D}" dt="2026-01-09T05:29:16.727" v="108" actId="478"/>
          <ac:picMkLst>
            <pc:docMk/>
            <pc:sldMk cId="908673680" sldId="281"/>
            <ac:picMk id="4" creationId="{2DE35C9E-E6F9-C5FC-B6DC-A4A21304D6C7}"/>
          </ac:picMkLst>
        </pc:picChg>
        <pc:picChg chg="add mod">
          <ac:chgData name="Vamshi krishna Mummadi" userId="4096c79c95982709" providerId="LiveId" clId="{64C9E299-EB74-47FB-81C7-A778C596751D}" dt="2026-01-09T05:30:33.948" v="116" actId="1076"/>
          <ac:picMkLst>
            <pc:docMk/>
            <pc:sldMk cId="908673680" sldId="281"/>
            <ac:picMk id="6" creationId="{86ED064A-6F6E-7983-C122-F4490C5CC326}"/>
          </ac:picMkLst>
        </pc:picChg>
      </pc:sldChg>
      <pc:sldChg chg="addSp delSp modSp add mod">
        <pc:chgData name="Vamshi krishna Mummadi" userId="4096c79c95982709" providerId="LiveId" clId="{64C9E299-EB74-47FB-81C7-A778C596751D}" dt="2026-01-10T02:02:03.478" v="554" actId="5793"/>
        <pc:sldMkLst>
          <pc:docMk/>
          <pc:sldMk cId="3054562543" sldId="282"/>
        </pc:sldMkLst>
        <pc:spChg chg="del mod">
          <ac:chgData name="Vamshi krishna Mummadi" userId="4096c79c95982709" providerId="LiveId" clId="{64C9E299-EB74-47FB-81C7-A778C596751D}" dt="2026-01-10T02:01:14.443" v="540" actId="478"/>
          <ac:spMkLst>
            <pc:docMk/>
            <pc:sldMk cId="3054562543" sldId="282"/>
            <ac:spMk id="6" creationId="{95F55785-D85F-2404-A234-E0A7A9FDA1EC}"/>
          </ac:spMkLst>
        </pc:spChg>
        <pc:spChg chg="add del mod">
          <ac:chgData name="Vamshi krishna Mummadi" userId="4096c79c95982709" providerId="LiveId" clId="{64C9E299-EB74-47FB-81C7-A778C596751D}" dt="2026-01-10T02:00:11.765" v="521" actId="478"/>
          <ac:spMkLst>
            <pc:docMk/>
            <pc:sldMk cId="3054562543" sldId="282"/>
            <ac:spMk id="8" creationId="{7D388FB2-EC8E-3414-1C37-2A6020F418C5}"/>
          </ac:spMkLst>
        </pc:spChg>
        <pc:spChg chg="add mod">
          <ac:chgData name="Vamshi krishna Mummadi" userId="4096c79c95982709" providerId="LiveId" clId="{64C9E299-EB74-47FB-81C7-A778C596751D}" dt="2026-01-10T02:02:03.478" v="554" actId="5793"/>
          <ac:spMkLst>
            <pc:docMk/>
            <pc:sldMk cId="3054562543" sldId="282"/>
            <ac:spMk id="9" creationId="{E8B94C4A-C830-DE1D-36F6-E45A605BEDED}"/>
          </ac:spMkLst>
        </pc:spChg>
        <pc:spChg chg="del">
          <ac:chgData name="Vamshi krishna Mummadi" userId="4096c79c95982709" providerId="LiveId" clId="{64C9E299-EB74-47FB-81C7-A778C596751D}" dt="2026-01-10T02:00:01.638" v="519" actId="478"/>
          <ac:spMkLst>
            <pc:docMk/>
            <pc:sldMk cId="3054562543" sldId="282"/>
            <ac:spMk id="111" creationId="{B6D75C75-A6BD-D635-E877-9993F94AF1C2}"/>
          </ac:spMkLst>
        </pc:spChg>
        <pc:picChg chg="del">
          <ac:chgData name="Vamshi krishna Mummadi" userId="4096c79c95982709" providerId="LiveId" clId="{64C9E299-EB74-47FB-81C7-A778C596751D}" dt="2026-01-10T02:00:08.269" v="520" actId="478"/>
          <ac:picMkLst>
            <pc:docMk/>
            <pc:sldMk cId="3054562543" sldId="282"/>
            <ac:picMk id="3" creationId="{D4F61D03-80A7-266A-C778-E22C1D09DC18}"/>
          </ac:picMkLst>
        </pc:picChg>
        <pc:picChg chg="del">
          <ac:chgData name="Vamshi krishna Mummadi" userId="4096c79c95982709" providerId="LiveId" clId="{64C9E299-EB74-47FB-81C7-A778C596751D}" dt="2026-01-10T02:00:15.359" v="523" actId="478"/>
          <ac:picMkLst>
            <pc:docMk/>
            <pc:sldMk cId="3054562543" sldId="282"/>
            <ac:picMk id="4" creationId="{A1FC6779-C955-DB67-3356-D3A167B5E080}"/>
          </ac:picMkLst>
        </pc:picChg>
        <pc:picChg chg="add mod">
          <ac:chgData name="Vamshi krishna Mummadi" userId="4096c79c95982709" providerId="LiveId" clId="{64C9E299-EB74-47FB-81C7-A778C596751D}" dt="2026-01-10T02:00:30.554" v="528" actId="1076"/>
          <ac:picMkLst>
            <pc:docMk/>
            <pc:sldMk cId="3054562543" sldId="282"/>
            <ac:picMk id="5" creationId="{F50FB0E6-B58B-2658-61E3-29935477CDF0}"/>
          </ac:picMkLst>
        </pc:picChg>
      </pc:sldChg>
      <pc:sldChg chg="addSp delSp modSp add mod">
        <pc:chgData name="Vamshi krishna Mummadi" userId="4096c79c95982709" providerId="LiveId" clId="{64C9E299-EB74-47FB-81C7-A778C596751D}" dt="2026-01-10T02:07:27.352" v="586" actId="404"/>
        <pc:sldMkLst>
          <pc:docMk/>
          <pc:sldMk cId="61518935" sldId="283"/>
        </pc:sldMkLst>
        <pc:spChg chg="mod">
          <ac:chgData name="Vamshi krishna Mummadi" userId="4096c79c95982709" providerId="LiveId" clId="{64C9E299-EB74-47FB-81C7-A778C596751D}" dt="2026-01-10T02:07:27.352" v="586" actId="404"/>
          <ac:spMkLst>
            <pc:docMk/>
            <pc:sldMk cId="61518935" sldId="283"/>
            <ac:spMk id="3" creationId="{95E07E7C-54EE-A411-47AE-354F1F9C82E3}"/>
          </ac:spMkLst>
        </pc:spChg>
        <pc:spChg chg="mod">
          <ac:chgData name="Vamshi krishna Mummadi" userId="4096c79c95982709" providerId="LiveId" clId="{64C9E299-EB74-47FB-81C7-A778C596751D}" dt="2026-01-10T02:03:52.479" v="567" actId="27636"/>
          <ac:spMkLst>
            <pc:docMk/>
            <pc:sldMk cId="61518935" sldId="283"/>
            <ac:spMk id="111" creationId="{0E4D2532-2A15-3A06-8D03-9745A0511986}"/>
          </ac:spMkLst>
        </pc:spChg>
        <pc:picChg chg="del">
          <ac:chgData name="Vamshi krishna Mummadi" userId="4096c79c95982709" providerId="LiveId" clId="{64C9E299-EB74-47FB-81C7-A778C596751D}" dt="2026-01-10T02:06:09.661" v="569" actId="478"/>
          <ac:picMkLst>
            <pc:docMk/>
            <pc:sldMk cId="61518935" sldId="283"/>
            <ac:picMk id="2" creationId="{2A3B29B5-8DDB-B51D-D431-76975CD69025}"/>
          </ac:picMkLst>
        </pc:picChg>
        <pc:picChg chg="del">
          <ac:chgData name="Vamshi krishna Mummadi" userId="4096c79c95982709" providerId="LiveId" clId="{64C9E299-EB74-47FB-81C7-A778C596751D}" dt="2026-01-10T02:02:48.569" v="556" actId="478"/>
          <ac:picMkLst>
            <pc:docMk/>
            <pc:sldMk cId="61518935" sldId="283"/>
            <ac:picMk id="4" creationId="{D925759F-E082-01FC-19E0-C90D99CE5C87}"/>
          </ac:picMkLst>
        </pc:picChg>
        <pc:picChg chg="add mod">
          <ac:chgData name="Vamshi krishna Mummadi" userId="4096c79c95982709" providerId="LiveId" clId="{64C9E299-EB74-47FB-81C7-A778C596751D}" dt="2026-01-10T02:03:28.111" v="561" actId="14100"/>
          <ac:picMkLst>
            <pc:docMk/>
            <pc:sldMk cId="61518935" sldId="283"/>
            <ac:picMk id="6" creationId="{C6C3713C-5C45-95B4-BC4F-0AA55D0AE2EB}"/>
          </ac:picMkLst>
        </pc:picChg>
        <pc:picChg chg="add mod">
          <ac:chgData name="Vamshi krishna Mummadi" userId="4096c79c95982709" providerId="LiveId" clId="{64C9E299-EB74-47FB-81C7-A778C596751D}" dt="2026-01-10T02:06:25.030" v="574" actId="1076"/>
          <ac:picMkLst>
            <pc:docMk/>
            <pc:sldMk cId="61518935" sldId="283"/>
            <ac:picMk id="8" creationId="{48C2FDE9-FADC-618D-B4F7-1F3D371050A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BF3A88D-8EB7-8669-CEC9-53D7956D9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10FEC8A-DB22-8709-1E5E-0B481159E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CD5CD87-2701-E606-B080-96B6D9CC87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766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3FE19DB-9CCC-A94E-4DE0-CEDECCF78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109D571-529C-FC71-4338-B0A2719CE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9FD5291-DA0E-67F6-7E2C-E05B84F0F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9281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6477CDC-E593-0C77-39FE-D587DE14F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30FA6A8-76E1-69DE-0155-DACBDC131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DEE16FC-0FB7-44A2-DD28-9E9E79B32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3015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428B88D-7DC3-34B7-E3D8-8B807DB1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719E9D6-ACE0-8901-8354-6A3464CCCF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E047C79-7CC9-5F9A-9C82-DE3846294A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7680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9F857F7-9BB5-AD07-46A0-A2DA8BED3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970D901-B01B-0021-AAAE-38A0A142B5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E763E01-4297-6D53-9EC1-2E2F4B7A6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044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1C2D87C-6253-CC86-3C9F-A1FA6CADE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A7B7DF4-D563-1750-E8A6-FEE9F15D6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2B08D16-0D9E-FF01-31BA-E354AB4FC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663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2E808D3-2F0A-834B-3C8B-9BEB6EDE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0981E98-79D2-D1A5-96BA-4748E2DD1F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D00FF18-B7E3-5BED-9348-024EF003D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33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9B7F2BC-9577-F783-F8C2-61DC1C93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3706819-F7CE-6021-DC20-61CEF2A0A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2FF52AF-FF20-2C13-05B8-4135B6DC8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484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36BB67C-8056-49E7-15C3-DC8F1E0D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A67F024-6B3B-16E3-B7E6-24AE4C77F4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7158D5F-D6B6-BF71-BB1D-993658B4E1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2176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AF52546-E994-FF0A-AC65-A8C5D1171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8911BCE-FC40-4031-27FF-A06E7752F8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04632D0-5D00-E8FF-9416-DA4981D42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979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8DA11CA-5437-072F-2900-9A360D86C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7A5C2FB-B237-BC5B-D44B-AF945B6666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D196B70-1144-622A-B498-8F93722D21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726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468A26B-80CF-F5A9-217D-544AE5A8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5F0EF86-6C22-8CE8-982F-40E59543CD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DE76452-7E1B-FE1F-520F-FB92BA229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7073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6BFC2CC-549C-1433-3BA8-25F35AE4C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5362AA6A-E75F-AB00-7CA4-D9C14B89D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478E60A-75A0-F20E-7165-12F784141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1300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5617B44-2A67-C51A-A2B7-6A760B9B3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0CD406A-7FC9-DDAA-637C-FEA7B15472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79FB88A-4680-89A6-0787-79259DE0F1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9777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EDA109B-F2DF-FFC2-1BC0-A7C0CB498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86713AD-4710-4961-F4A9-AC44BB50AE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4B6595E-B3EC-6699-2DC2-C87B9169D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164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AD9AE96-E007-1BD2-3EE4-5A5D1A3D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E40FF50-75D9-7866-E7F2-406A3895B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40C8F02-6F0B-AF8E-4CC2-8CF9536637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3995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5969834-9FCA-041B-252D-56CAB336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A813C28-9D56-236D-2BEC-FE52A6076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D4A967B-52E4-4ADE-DDD2-1AD6D9D51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788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5701351-4A05-8142-E5D7-A6C6C698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DC93373-BD57-251F-D79C-FA09EF5F6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110C89C-7421-66D5-CCDE-24CB1FF93C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4879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7594232-7FE2-4C2D-41F1-E8F0EEFE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F1EC349-311A-4120-241C-C95F9319E2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58931A0-53EB-7C6D-2165-120AAEC61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7881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312" y="3866414"/>
            <a:ext cx="724618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b="1" dirty="0"/>
              <a:t>Vehicle Dataset Analysis</a:t>
            </a:r>
            <a:endParaRPr sz="1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429F27-5481-54BD-6B00-8B7DB812CB36}"/>
              </a:ext>
            </a:extLst>
          </p:cNvPr>
          <p:cNvSpPr txBox="1"/>
          <p:nvPr/>
        </p:nvSpPr>
        <p:spPr>
          <a:xfrm>
            <a:off x="3698746" y="2967335"/>
            <a:ext cx="4453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DA53D-4309-AB10-3CCE-2B88032FF206}"/>
              </a:ext>
            </a:extLst>
          </p:cNvPr>
          <p:cNvSpPr txBox="1"/>
          <p:nvPr/>
        </p:nvSpPr>
        <p:spPr>
          <a:xfrm>
            <a:off x="8750808" y="4969759"/>
            <a:ext cx="3108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by:</a:t>
            </a:r>
          </a:p>
          <a:p>
            <a:r>
              <a:rPr lang="en-IN" dirty="0"/>
              <a:t>Vamshi Krishna Mummadi</a:t>
            </a:r>
          </a:p>
          <a:p>
            <a:r>
              <a:rPr lang="en-IN" dirty="0"/>
              <a:t>Gouti Sagar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503951" y="1536031"/>
            <a:ext cx="5053263" cy="378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0690">
              <a:buSzPct val="100000"/>
            </a:pPr>
            <a:r>
              <a:rPr lang="en-GB" sz="2400" dirty="0"/>
              <a:t>Handling Missing Values</a:t>
            </a:r>
          </a:p>
          <a:p>
            <a:pPr marL="440690">
              <a:buSzPct val="100000"/>
            </a:pPr>
            <a:r>
              <a:rPr lang="en-GB" sz="2400" dirty="0"/>
              <a:t>Duplicates &amp; Inconsistencies</a:t>
            </a:r>
          </a:p>
          <a:p>
            <a:pPr marL="440690">
              <a:buSzPct val="100000"/>
            </a:pPr>
            <a:r>
              <a:rPr lang="en-GB" sz="2400" dirty="0"/>
              <a:t>Data Type Corrections</a:t>
            </a:r>
          </a:p>
          <a:p>
            <a:pPr marL="440690">
              <a:buSzPct val="100000"/>
            </a:pPr>
            <a:r>
              <a:rPr lang="en-GB" sz="2400" dirty="0"/>
              <a:t>Bivariate Insights</a:t>
            </a:r>
          </a:p>
          <a:p>
            <a:pPr marL="440690">
              <a:buSzPct val="100000"/>
            </a:pPr>
            <a:r>
              <a:rPr lang="en-GB" sz="2400" dirty="0"/>
              <a:t>Visualizations</a:t>
            </a:r>
          </a:p>
          <a:p>
            <a:pPr marL="440690">
              <a:buSzPct val="100000"/>
            </a:pPr>
            <a:r>
              <a:rPr lang="en-GB" sz="2400" dirty="0"/>
              <a:t>Conclusion</a:t>
            </a:r>
            <a:endParaRPr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6A1808-26AD-CA4A-0B07-6E6AD5CCE138}"/>
              </a:ext>
            </a:extLst>
          </p:cNvPr>
          <p:cNvSpPr txBox="1"/>
          <p:nvPr/>
        </p:nvSpPr>
        <p:spPr>
          <a:xfrm>
            <a:off x="802105" y="1444752"/>
            <a:ext cx="5293895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54990" indent="-457200">
              <a:buSzPct val="100000"/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  <a:p>
            <a:pPr marL="554990" indent="-457200">
              <a:buSzPct val="100000"/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Loading the Dataset</a:t>
            </a:r>
          </a:p>
          <a:p>
            <a:pPr marL="554990" indent="-457200">
              <a:buSzPct val="100000"/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Structure</a:t>
            </a:r>
          </a:p>
          <a:p>
            <a:pPr marL="554990" indent="-457200">
              <a:buSzPct val="100000"/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Stats</a:t>
            </a:r>
          </a:p>
          <a:p>
            <a:pPr marL="554990" indent="-457200">
              <a:buSzPct val="100000"/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Missing Values</a:t>
            </a:r>
          </a:p>
          <a:p>
            <a:pPr marL="554990" indent="-457200">
              <a:buSzPct val="100000"/>
              <a:buFont typeface="Arial" panose="020B0604020202020204" pitchFamily="34" charset="0"/>
              <a:buChar char="•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the Dataset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BA1F917-A28B-7E69-2FFD-601E7CA5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5288433-C986-2E6B-CA85-C4D7A42C2F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Dataset Overview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EF9ABBC8-5FB4-BC39-C002-9031CE14E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880" y="1491916"/>
            <a:ext cx="10515600" cy="4778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54990" indent="-457200">
              <a:buSzPct val="100000"/>
            </a:pPr>
            <a:r>
              <a:rPr lang="en-US" sz="2400" dirty="0"/>
              <a:t>The dataset contains detailed information about used vehicles, including pricing, specifications, and categorical attributes.</a:t>
            </a:r>
          </a:p>
          <a:p>
            <a:pPr marL="554990" indent="-457200">
              <a:buSzPct val="100000"/>
            </a:pPr>
            <a:r>
              <a:rPr lang="en-US" sz="2400" dirty="0"/>
              <a:t>It includes a mix of </a:t>
            </a:r>
            <a:r>
              <a:rPr lang="en-US" sz="2400" b="1" dirty="0"/>
              <a:t>numerical columns</a:t>
            </a:r>
            <a:r>
              <a:rPr lang="en-US" sz="2400" dirty="0"/>
              <a:t> (year, price, mileage, cylinders, doors) and </a:t>
            </a:r>
            <a:r>
              <a:rPr lang="en-US" sz="2400" b="1" dirty="0"/>
              <a:t>categorical columns</a:t>
            </a:r>
            <a:r>
              <a:rPr lang="en-US" sz="2400" dirty="0"/>
              <a:t> (make, model, fuel type, transmission, body type, drivetrain, colors).</a:t>
            </a:r>
          </a:p>
          <a:p>
            <a:pPr marL="554990" indent="-457200">
              <a:buSzPct val="100000"/>
            </a:pPr>
            <a:r>
              <a:rPr lang="en-US" sz="2400" dirty="0"/>
              <a:t>The dataset is used to understand vehicle characteristics, identify data quality issues, and prepare the data for further cleaning, analysis, and modeling.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97264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93604D0-EEC5-1E1D-6830-8BF022E6E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6580566-9114-A2A5-E752-8C4017762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Loading the Dataset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DD2BE5D2-A105-D52A-E571-372AE70FF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880" y="1700463"/>
            <a:ext cx="10515600" cy="456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30810">
              <a:buSzPct val="100000"/>
              <a:buNone/>
            </a:pPr>
            <a:endParaRPr lang="en-GB" dirty="0"/>
          </a:p>
          <a:p>
            <a:pPr marL="228600" lvl="0" indent="-130810">
              <a:buSzPct val="100000"/>
              <a:buNone/>
            </a:pPr>
            <a:endParaRPr lang="en-GB" dirty="0"/>
          </a:p>
          <a:p>
            <a:pPr marL="228600" lvl="0" indent="-130810">
              <a:buSzPct val="100000"/>
              <a:buNone/>
            </a:pPr>
            <a:endParaRPr lang="en-GB" dirty="0"/>
          </a:p>
          <a:p>
            <a:pPr marL="228600" lvl="0" indent="-130810">
              <a:buSzPct val="100000"/>
              <a:buNone/>
            </a:pPr>
            <a:endParaRPr lang="en-GB" dirty="0"/>
          </a:p>
          <a:p>
            <a:pPr marL="228600" lvl="0" indent="-130810">
              <a:buSzPct val="100000"/>
              <a:buNone/>
            </a:pPr>
            <a:endParaRPr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99A874-C6BD-FFDC-4DB0-C41C54EA4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2" t="9835" r="-2582" b="52"/>
          <a:stretch>
            <a:fillRect/>
          </a:stretch>
        </p:blipFill>
        <p:spPr>
          <a:xfrm>
            <a:off x="576072" y="1078992"/>
            <a:ext cx="10515600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65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CC5445E-C5BB-6657-45B1-D3C93EFC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D09EE92-6D4C-16A4-51E7-B4FAD9F2AB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Dataset Structure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AD5E2AFF-49C1-1693-D772-7EB85AA805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30778" y="1343819"/>
            <a:ext cx="5569701" cy="49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The dataset consists of multiple rows and columns, representing individual vehicle records.</a:t>
            </a:r>
          </a:p>
          <a:p>
            <a:r>
              <a:rPr lang="en-US" sz="2400" dirty="0"/>
              <a:t>It contains a combination of numerical and categorical attributes.</a:t>
            </a:r>
          </a:p>
          <a:p>
            <a:r>
              <a:rPr lang="en-US" sz="2400" dirty="0"/>
              <a:t>Column data types and non-null counts were inspected using the .info() method.</a:t>
            </a:r>
          </a:p>
          <a:p>
            <a:pPr marL="228600" lvl="0" indent="-130810">
              <a:buSzPct val="1000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0F0621-87C2-1B78-8090-B63705C302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5431" y="1275639"/>
            <a:ext cx="4940969" cy="518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01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AF67F96-E7BF-BF1F-3BAD-19E333370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0D3E960-C848-8E67-A324-2A3AD46BB1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Summary Stats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CB3ECA58-9555-06B6-F18F-0932113E4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6656" y="4611186"/>
            <a:ext cx="11210544" cy="232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/>
              <a:t>Summary statistics were generated for all numerical columns using the .describe() method.</a:t>
            </a:r>
          </a:p>
          <a:p>
            <a:r>
              <a:rPr lang="en-US" sz="2000" dirty="0"/>
              <a:t>Key metrics analyzed included count, mean, minimum, maximum, and standard deviation.</a:t>
            </a:r>
          </a:p>
          <a:p>
            <a:pPr marL="228600" lvl="0" indent="-130810">
              <a:buSzPct val="100000"/>
              <a:buNone/>
            </a:pPr>
            <a:endParaRPr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504C63E5-9EEB-0118-1C17-286D795E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07" y="877474"/>
            <a:ext cx="4285977" cy="3733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84273A-A072-52BA-DA9F-F8D103466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98865"/>
            <a:ext cx="5706271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54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1BA6405-ABC2-B204-CEAB-10F99AFED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8434B55-357D-20BF-9E36-0C856CE9D2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Finding Missing Values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BDB3DD5-F593-EBAA-77C1-86CF5180B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31369" y="1343818"/>
            <a:ext cx="7061618" cy="49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Missing values were identified using the .isnull().sum() method.</a:t>
            </a:r>
          </a:p>
          <a:p>
            <a:r>
              <a:rPr lang="en-US" sz="2400" dirty="0"/>
              <a:t>Both numerical and categorical columns were found to contain null entries.</a:t>
            </a:r>
          </a:p>
          <a:p>
            <a:r>
              <a:rPr lang="en-US" sz="2400" dirty="0"/>
              <a:t>Key columns with missing values included price, mileage, cylinders, interior color, and description.</a:t>
            </a:r>
          </a:p>
          <a:p>
            <a:pPr marL="228600" lvl="0" indent="-130810">
              <a:buSzPct val="100000"/>
              <a:buNone/>
            </a:pP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F810F1-9AED-EEF0-B2CE-409924A62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13" y="1343818"/>
            <a:ext cx="3468049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387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F049C34-EE64-7EA8-6A2B-C20E558F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686E90D-D3D6-72A4-2FE8-AE41AD042C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Handling Missing Values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C206A4A-FE39-CA0D-49CE-9D4BBEA34D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0" y="1051195"/>
            <a:ext cx="5104479" cy="5219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Missing values were identified using null count analysis</a:t>
            </a:r>
          </a:p>
          <a:p>
            <a:r>
              <a:rPr lang="en-US" sz="2400" dirty="0"/>
              <a:t>Numerical columns (price, mileage, cylinders, doors) Filled using median to handle skewness and outliers</a:t>
            </a:r>
          </a:p>
          <a:p>
            <a:r>
              <a:rPr lang="en-US" sz="2400" dirty="0"/>
              <a:t>Categorical columns (fuel, transmission, body, colors) Filled using mode or 'Unknown' where appropriate</a:t>
            </a:r>
          </a:p>
          <a:p>
            <a:r>
              <a:rPr lang="en-US" sz="2400" dirty="0"/>
              <a:t>Strategy chosen based on data type and analytical impact</a:t>
            </a:r>
          </a:p>
          <a:p>
            <a:pPr marL="440690">
              <a:buSzPct val="100000"/>
            </a:pPr>
            <a:endParaRPr sz="2400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0141A9D-ED71-E137-E751-F53A9535D8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07" b="4444"/>
          <a:stretch>
            <a:fillRect/>
          </a:stretch>
        </p:blipFill>
        <p:spPr>
          <a:xfrm>
            <a:off x="208472" y="1051195"/>
            <a:ext cx="5887528" cy="521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71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BA8478A-852F-F13D-81A2-360C5BD41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F259167-8018-786B-5F32-6BEBFFD552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28600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Removing Duplicates &amp; Inconsistencies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598AD7C5-AB9C-BA95-73EC-5FDB85624B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9922" y="4821304"/>
            <a:ext cx="5543783" cy="134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r>
              <a:rPr lang="en-US" sz="2400" dirty="0"/>
              <a:t>Duplicate records were detected using .duplicated().sum()</a:t>
            </a:r>
          </a:p>
          <a:p>
            <a:r>
              <a:rPr lang="en-US" sz="2400" dirty="0"/>
              <a:t>Exact duplicates were removed to avoid biased results using .drop_duplicates()</a:t>
            </a:r>
          </a:p>
          <a:p>
            <a:pPr marL="97790" indent="0">
              <a:buSzPct val="100000"/>
              <a:buNone/>
            </a:pPr>
            <a:endParaRPr sz="24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FDFF79-49A6-F0B3-B1EE-C27BDBA4CF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403"/>
          <a:stretch>
            <a:fillRect/>
          </a:stretch>
        </p:blipFill>
        <p:spPr>
          <a:xfrm>
            <a:off x="439921" y="694943"/>
            <a:ext cx="5543783" cy="4083373"/>
          </a:xfrm>
          <a:prstGeom prst="rect">
            <a:avLst/>
          </a:prstGeom>
        </p:spPr>
      </p:pic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3EEF737-AA07-93C1-4650-354604AC1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153" y="694943"/>
            <a:ext cx="5030337" cy="41263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6AE21-8FB8-813B-E5A6-AFB50AE8DE43}"/>
              </a:ext>
            </a:extLst>
          </p:cNvPr>
          <p:cNvSpPr txBox="1"/>
          <p:nvPr/>
        </p:nvSpPr>
        <p:spPr>
          <a:xfrm>
            <a:off x="6307976" y="4901172"/>
            <a:ext cx="521346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Categorical inconsistencies fixed by: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n-US" dirty="0"/>
              <a:t>Standardizing text case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Removing extra spaces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Merging equivalent categories (e.g., Petrol vs Gasoline)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336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7EF934F-9BD0-5E03-BF4A-C45BC77F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221D205-4F52-1B10-F341-FF04AB1526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Data Type Corrections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346D980-7C81-50D9-D491-1A006B67D3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59398" y="694944"/>
            <a:ext cx="5454065" cy="5575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Numerical columns converted to appropriate integer types</a:t>
            </a:r>
          </a:p>
          <a:p>
            <a:r>
              <a:rPr lang="en-US" sz="2400" dirty="0"/>
              <a:t>Categorical columns converted to category data type</a:t>
            </a:r>
          </a:p>
          <a:p>
            <a:r>
              <a:rPr lang="en-US" sz="2400" dirty="0"/>
              <a:t>Corrections ensured:</a:t>
            </a:r>
          </a:p>
          <a:p>
            <a:pPr lvl="1"/>
            <a:r>
              <a:rPr lang="en-US" dirty="0"/>
              <a:t>Accurate calculations</a:t>
            </a:r>
          </a:p>
          <a:p>
            <a:pPr lvl="1"/>
            <a:r>
              <a:rPr lang="en-US" dirty="0"/>
              <a:t>Efficient grouping operations</a:t>
            </a:r>
          </a:p>
          <a:p>
            <a:pPr lvl="1"/>
            <a:r>
              <a:rPr lang="en-US" dirty="0"/>
              <a:t>Reduced memory usage</a:t>
            </a:r>
          </a:p>
          <a:p>
            <a:pPr marL="97790" indent="0">
              <a:buSzPct val="100000"/>
              <a:buNone/>
            </a:pPr>
            <a:endParaRPr sz="2400" dirty="0"/>
          </a:p>
        </p:txBody>
      </p:sp>
      <p:pic>
        <p:nvPicPr>
          <p:cNvPr id="3" name="Picture 2" descr="A screenshot of a computer program">
            <a:extLst>
              <a:ext uri="{FF2B5EF4-FFF2-40B4-BE49-F238E27FC236}">
                <a16:creationId xmlns:a16="http://schemas.microsoft.com/office/drawing/2014/main" id="{3D717492-9ECC-7B08-0071-02E72DA64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7" y="694944"/>
            <a:ext cx="5318885" cy="6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28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07E2EB3-BB44-3558-D64D-7FB0883A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B413844-70FC-8057-4D15-83CB619CAD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Bivariate Insights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FD75655D-5197-7FDA-579D-F2022F8ED9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266946"/>
            <a:ext cx="7370064" cy="481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400" b="1" dirty="0"/>
              <a:t>Categorical vs Categorical</a:t>
            </a:r>
          </a:p>
          <a:p>
            <a:pPr lvl="1"/>
            <a:r>
              <a:rPr lang="en-US" sz="2200" dirty="0"/>
              <a:t>Automatic transmission dominates across most fuel types</a:t>
            </a:r>
          </a:p>
          <a:p>
            <a:pPr marL="571500" lvl="1" indent="0">
              <a:buNone/>
            </a:pPr>
            <a:endParaRPr lang="en-US" dirty="0"/>
          </a:p>
          <a:p>
            <a:pPr marL="97790" indent="0">
              <a:buSzPct val="100000"/>
              <a:buNone/>
            </a:pPr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C582EB-E9E0-E5A2-3CB3-92D10D318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956" y="832104"/>
            <a:ext cx="7716327" cy="418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64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25811BA-B2C2-4B84-929D-83C7F58E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DCAE9DA-097A-4671-B294-D417232FC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Bivariate Insights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E8285B9-0076-E74A-2E41-BECD01BDFA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66272" y="1252951"/>
            <a:ext cx="6437376" cy="523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400" b="1" dirty="0"/>
              <a:t>Categorical vs Numerical</a:t>
            </a:r>
          </a:p>
          <a:p>
            <a:pPr lvl="1"/>
            <a:r>
              <a:rPr lang="en-US" sz="2200" dirty="0"/>
              <a:t>Electric and AWD vehicles show higher median prices</a:t>
            </a:r>
          </a:p>
          <a:p>
            <a:pPr lvl="1"/>
            <a:r>
              <a:rPr lang="en-US" sz="2200" dirty="0"/>
              <a:t>Vehicle which uses Diesel (B20 Capable) has the higher average price</a:t>
            </a:r>
          </a:p>
          <a:p>
            <a:pPr lvl="1"/>
            <a:r>
              <a:rPr lang="en-GB" dirty="0"/>
              <a:t>Cargo van displays the higher median prices</a:t>
            </a:r>
            <a:endParaRPr sz="240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09DE94-4F24-3B5B-3FF0-83ED598DD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17" y="630936"/>
            <a:ext cx="4537055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26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E336CE1-6492-B4DF-B0B5-2BEAEC4B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E3A5DFD-3F0E-8FB4-6802-7B0B2800D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Bivariate Insights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B309159-F3E6-F751-0EB7-6E6B0BBAF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66272" y="1179577"/>
            <a:ext cx="6437376" cy="406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400" b="1" dirty="0"/>
              <a:t>Numerical vs Numerical</a:t>
            </a:r>
          </a:p>
          <a:p>
            <a:pPr lvl="1"/>
            <a:r>
              <a:rPr lang="en-US" sz="2200" dirty="0"/>
              <a:t>Price decreases as mileage increases</a:t>
            </a:r>
          </a:p>
          <a:p>
            <a:pPr lvl="1"/>
            <a:r>
              <a:rPr lang="en-US" sz="2200" dirty="0"/>
              <a:t>Newer vehicles tend to have higher prices</a:t>
            </a:r>
          </a:p>
          <a:p>
            <a:pPr marL="97790" indent="0">
              <a:buSzPct val="100000"/>
              <a:buNone/>
            </a:pPr>
            <a:endParaRPr sz="24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67455C-C7B5-3449-A4AF-E2B8C3FA7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860" y="694944"/>
            <a:ext cx="3648584" cy="599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7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D644CF3-8F8E-F1FE-C15E-882DC750A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F4D8434-32F6-7793-BCD8-1832C4BD8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Univariate Visualization</a:t>
            </a:r>
            <a:r>
              <a:rPr lang="en-IN" dirty="0"/>
              <a:t>: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014468D8-5AF2-2E36-CE32-C93E7FBBC5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8640" y="4344042"/>
            <a:ext cx="5694872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40690">
              <a:buSzPct val="100000"/>
            </a:pPr>
            <a:r>
              <a:rPr lang="en-GB" sz="2400" dirty="0"/>
              <a:t>Understanding price distribution from price </a:t>
            </a:r>
          </a:p>
          <a:p>
            <a:r>
              <a:rPr lang="en-US" sz="2400" dirty="0"/>
              <a:t>Price is right-skewed</a:t>
            </a:r>
          </a:p>
          <a:p>
            <a:r>
              <a:rPr lang="en-US" sz="2400" dirty="0"/>
              <a:t>Few high-priced vehicles create outliers</a:t>
            </a:r>
          </a:p>
          <a:p>
            <a:pPr marL="440690">
              <a:buSzPct val="100000"/>
            </a:pP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69B047-5F31-FD9A-EF09-65A475AF9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26" y="859329"/>
            <a:ext cx="4649300" cy="33469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8173A1-0CE7-A371-2D49-531F4D7DA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658065"/>
            <a:ext cx="4892040" cy="34750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9F006E-2009-0E17-3B14-57642FF6B369}"/>
              </a:ext>
            </a:extLst>
          </p:cNvPr>
          <p:cNvSpPr txBox="1"/>
          <p:nvPr/>
        </p:nvSpPr>
        <p:spPr>
          <a:xfrm>
            <a:off x="6583680" y="4344042"/>
            <a:ext cx="5733288" cy="1855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069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lang="en-GB" sz="2000" dirty="0"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nderstanding vehicle usage by mileage</a:t>
            </a:r>
          </a:p>
          <a:p>
            <a:pPr marL="44069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Majority vehicles fall in low mid mileage range</a:t>
            </a:r>
          </a:p>
          <a:p>
            <a:pPr marL="4572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Very high mileage vehicles are fewer</a:t>
            </a:r>
          </a:p>
          <a:p>
            <a:pPr marL="44069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005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D22D842-D1E9-FC71-9F30-C206F3DE0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80140AE3-7B67-CC91-5D07-ECDD2BA0E8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Univariate Visualization: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73B7D1F-DF1C-80D7-6175-C66CE98FC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8368" y="4422136"/>
            <a:ext cx="4297680" cy="1475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40690">
              <a:buSzPct val="100000"/>
            </a:pPr>
            <a:r>
              <a:rPr lang="en-GB" sz="2400" dirty="0"/>
              <a:t>Understanding vehicle fuel dominance</a:t>
            </a:r>
          </a:p>
          <a:p>
            <a:r>
              <a:rPr lang="en-US" sz="2400" dirty="0"/>
              <a:t>Petrol and Diesel dominate the dataset</a:t>
            </a:r>
          </a:p>
          <a:p>
            <a:r>
              <a:rPr lang="en-US" sz="2400" dirty="0"/>
              <a:t>Electric/Hybrid vehicles are underrepresented</a:t>
            </a:r>
          </a:p>
          <a:p>
            <a:pPr marL="440690">
              <a:buSzPct val="100000"/>
            </a:pP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60EAF3-628F-EED5-03DD-EA561376B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136" y="786384"/>
            <a:ext cx="3840232" cy="36357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98E36E-E998-846D-1443-AE1EE1CA2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632" y="698505"/>
            <a:ext cx="3907288" cy="3573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D892E2-C55A-D6E9-258F-14344076455A}"/>
              </a:ext>
            </a:extLst>
          </p:cNvPr>
          <p:cNvSpPr txBox="1"/>
          <p:nvPr/>
        </p:nvSpPr>
        <p:spPr>
          <a:xfrm>
            <a:off x="6601968" y="4422134"/>
            <a:ext cx="390728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SUV clearly has the highest popularity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dirty="0"/>
              <a:t>Convertible and minivan are the least preferable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408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18133AA-B049-09B1-50FF-13C019DB9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AE0ED12-67CC-340E-0F77-CFA66D4F6A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Univariate Visualization: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0FB0E6-B58B-2658-61E3-29935477C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36" y="749808"/>
            <a:ext cx="6342860" cy="50675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B94C4A-C830-DE1D-36F6-E45A605BEDED}"/>
              </a:ext>
            </a:extLst>
          </p:cNvPr>
          <p:cNvSpPr txBox="1"/>
          <p:nvPr/>
        </p:nvSpPr>
        <p:spPr>
          <a:xfrm>
            <a:off x="7097796" y="1040687"/>
            <a:ext cx="488573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ystem-ui"/>
              </a:rPr>
              <a:t>The dataset is imbalanced across brands.</a:t>
            </a:r>
          </a:p>
          <a:p>
            <a:pPr algn="l"/>
            <a:endParaRPr lang="en-US" sz="1800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ystem-ui"/>
              </a:rPr>
              <a:t>A small number of brands dominate the dataset.</a:t>
            </a:r>
          </a:p>
          <a:p>
            <a:pPr algn="l"/>
            <a:endParaRPr lang="en-US" sz="1800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system-ui"/>
              </a:rPr>
              <a:t>This imbalance can influence predictive models and requires normalization or weighting.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562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AB3E592-F17D-1C79-A2E8-CD37ACA0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44FA6FD-7860-09AE-AD4C-A65C993594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Bivariate Visualization: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E439B49E-F07F-F5AB-D77B-11364BB3E4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1128" y="4123945"/>
            <a:ext cx="5694872" cy="193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0690">
              <a:buSzPct val="100000"/>
            </a:pPr>
            <a:r>
              <a:rPr lang="en-GB" sz="2000" dirty="0"/>
              <a:t>Understanding relation of price and mileage</a:t>
            </a:r>
          </a:p>
          <a:p>
            <a:r>
              <a:rPr lang="en-US" sz="2000" dirty="0"/>
              <a:t>Clear negative relationship</a:t>
            </a:r>
          </a:p>
          <a:p>
            <a:r>
              <a:rPr lang="en-US" sz="2000" dirty="0"/>
              <a:t>Higher the mileage, lower the price</a:t>
            </a:r>
          </a:p>
          <a:p>
            <a:pPr marL="440690">
              <a:buSzPct val="100000"/>
            </a:pPr>
            <a:endParaRPr lang="en-GB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F05FF9-B03A-721A-AB81-D28697751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763" y="832367"/>
            <a:ext cx="3948757" cy="35016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201C55-572C-3A83-1654-D2CA6F4E710F}"/>
              </a:ext>
            </a:extLst>
          </p:cNvPr>
          <p:cNvSpPr txBox="1"/>
          <p:nvPr/>
        </p:nvSpPr>
        <p:spPr>
          <a:xfrm>
            <a:off x="6190488" y="4333994"/>
            <a:ext cx="6001512" cy="1267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069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Understanding relation of body type and drivetrain</a:t>
            </a:r>
          </a:p>
          <a:p>
            <a:pPr marL="4572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From the above distribution the SUV with All-Wheel drive has the highest dominance</a:t>
            </a:r>
          </a:p>
          <a:p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2588A1-03BD-B8A1-34A1-1AEFB5FA6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8" y="622319"/>
            <a:ext cx="4737494" cy="350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78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3D438E0-E777-64CE-8562-6515E24E6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188B5F7-FEE6-4587-4191-01352A47ED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Bivariate Visualization: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0E4D2532-2A15-3A06-8D03-9745A0511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1128" y="4123945"/>
            <a:ext cx="5694872" cy="193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/>
              <a:t>2-door vehicles show higher median prices with wider variance.</a:t>
            </a:r>
          </a:p>
          <a:p>
            <a:r>
              <a:rPr lang="en-US" sz="2000" dirty="0"/>
              <a:t>4-door vehicles cluster around mid-range pricing, indicating mass-market positioning.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07E7C-54EE-A411-47AE-354F1F9C82E3}"/>
              </a:ext>
            </a:extLst>
          </p:cNvPr>
          <p:cNvSpPr txBox="1"/>
          <p:nvPr/>
        </p:nvSpPr>
        <p:spPr>
          <a:xfrm>
            <a:off x="6556248" y="4164011"/>
            <a:ext cx="505053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Certain brands specialize in specific fuel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Market positioning differs clearly across brands.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Indicates segmented product strategies</a:t>
            </a:r>
            <a:r>
              <a:rPr lang="en-US" sz="20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C3713C-5C45-95B4-BC4F-0AA55D0AE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662385"/>
            <a:ext cx="4767901" cy="35016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C2FDE9-FADC-618D-B4F7-1F3D37105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662385"/>
            <a:ext cx="5205984" cy="326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8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7A59DDC-FD1F-FCD2-EC64-F58CF76F8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12488CD-1630-9649-B984-2F920536C3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Bivariate Visualization: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6382E1E-AD09-32F0-E835-C835222566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0" y="1408176"/>
            <a:ext cx="5367528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0690">
              <a:buSzPct val="100000"/>
            </a:pPr>
            <a:r>
              <a:rPr lang="en-GB" sz="2000" dirty="0"/>
              <a:t>Understanding price distribution by body type</a:t>
            </a:r>
          </a:p>
          <a:p>
            <a:pPr marL="440690">
              <a:buSzPct val="100000"/>
            </a:pPr>
            <a:r>
              <a:rPr lang="en-US" sz="2000" dirty="0"/>
              <a:t>Pickup Trucks and SUVs command higher prices</a:t>
            </a:r>
          </a:p>
          <a:p>
            <a:pPr marL="440690">
              <a:buSzPct val="100000"/>
            </a:pPr>
            <a:r>
              <a:rPr lang="en-US" sz="2000" dirty="0"/>
              <a:t>Hatchbacks and Sedans show high price variability</a:t>
            </a:r>
          </a:p>
          <a:p>
            <a:pPr marL="440690">
              <a:buSzPct val="100000"/>
            </a:pPr>
            <a:r>
              <a:rPr lang="en-US" sz="2000" dirty="0"/>
              <a:t>Van and convertible body types have stable pricing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ED064A-6F6E-7983-C122-F4490C5CC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72" y="1179576"/>
            <a:ext cx="5721931" cy="42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673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4021856-9498-7F17-930A-43C0F7B2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A990386-9468-A2EE-6FEF-7EDA4EC71D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Multivariate Visualization: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E79DDF-70F2-501E-ED6D-971A05503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80" y="823549"/>
            <a:ext cx="6249272" cy="52109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C2B697-E257-9EF8-87BF-9BAF6185F29B}"/>
              </a:ext>
            </a:extLst>
          </p:cNvPr>
          <p:cNvSpPr txBox="1"/>
          <p:nvPr/>
        </p:nvSpPr>
        <p:spPr>
          <a:xfrm>
            <a:off x="7214616" y="1115568"/>
            <a:ext cx="43342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Price shows a strong positive correlation with year and a positive correlation with mileage, confirming that newer, less-used vehicles retain higher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cylinders has a positive relationship with price shows weak correlation, indicating that engine performance influences pricing more than body configuration.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strong negative correlation between year and mileage highlights potential multicollinearity, which should be handled carefully in predictive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66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0F559A6-BE0B-5B82-A566-EC02DCCC7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CE42131-3C7E-8343-AFED-734712F871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210312"/>
            <a:ext cx="1051560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Conclusion</a:t>
            </a:r>
            <a:br>
              <a:rPr lang="en-GB" dirty="0"/>
            </a:br>
            <a:r>
              <a:rPr lang="en-IN" b="1" dirty="0">
                <a:solidFill>
                  <a:srgbClr val="FF0000"/>
                </a:solidFill>
              </a:rPr>
              <a:t>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4C557E1-C727-E727-E865-3BBCC6E05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1392" y="1069848"/>
            <a:ext cx="10316272" cy="477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SUVs, pickups, and luxury body types show higher median prices and wider price dispersion. </a:t>
            </a:r>
          </a:p>
          <a:p>
            <a:r>
              <a:rPr lang="en-US" sz="2400" dirty="0"/>
              <a:t>SUVs and pickups are heavily skewed toward AWD/4WD built for performance, load, and rough terrain. </a:t>
            </a:r>
          </a:p>
          <a:p>
            <a:r>
              <a:rPr lang="en-US" sz="2400" dirty="0"/>
              <a:t>Pricing is driven by multiple factors, not a single variable. Vehicle characteristics significantly affect pricing.</a:t>
            </a:r>
          </a:p>
          <a:p>
            <a:r>
              <a:rPr lang="en-US" sz="2400" dirty="0"/>
              <a:t>Sedans and hatchbacks cluster at the lower end with tighter price ranges.</a:t>
            </a:r>
          </a:p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044897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829</Words>
  <Application>Microsoft Office PowerPoint</Application>
  <PresentationFormat>Widescreen</PresentationFormat>
  <Paragraphs>116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system-ui</vt:lpstr>
      <vt:lpstr>Calibri</vt:lpstr>
      <vt:lpstr>Arial</vt:lpstr>
      <vt:lpstr>Libre Baskerville</vt:lpstr>
      <vt:lpstr>Office Theme</vt:lpstr>
      <vt:lpstr>PowerPoint Presentation</vt:lpstr>
      <vt:lpstr>Agenda</vt:lpstr>
      <vt:lpstr>Dataset Overview</vt:lpstr>
      <vt:lpstr>Loading the Dataset</vt:lpstr>
      <vt:lpstr>Dataset Structure</vt:lpstr>
      <vt:lpstr>Summary Stats</vt:lpstr>
      <vt:lpstr>Finding Missing Values</vt:lpstr>
      <vt:lpstr>Handling Missing Values</vt:lpstr>
      <vt:lpstr>Removing Duplicates &amp; Inconsistencies  </vt:lpstr>
      <vt:lpstr>Data Type Corrections  </vt:lpstr>
      <vt:lpstr>Bivariate Insights  </vt:lpstr>
      <vt:lpstr>Bivariate Insights  </vt:lpstr>
      <vt:lpstr>Bivariate Insights  </vt:lpstr>
      <vt:lpstr>Univariate Visualization:  </vt:lpstr>
      <vt:lpstr>Univariate Visualization:  </vt:lpstr>
      <vt:lpstr>Univariate Visualization:  </vt:lpstr>
      <vt:lpstr>Bivariate Visualization:  </vt:lpstr>
      <vt:lpstr>Bivariate Visualization:  </vt:lpstr>
      <vt:lpstr>Bivariate Visualization:  </vt:lpstr>
      <vt:lpstr>Multivariate Visualization:  </vt:lpstr>
      <vt:lpstr>Conclusion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Vamshi krishna Mummadi</cp:lastModifiedBy>
  <cp:revision>3</cp:revision>
  <dcterms:created xsi:type="dcterms:W3CDTF">2021-02-16T05:19:01Z</dcterms:created>
  <dcterms:modified xsi:type="dcterms:W3CDTF">2026-01-10T04:49:03Z</dcterms:modified>
</cp:coreProperties>
</file>